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97" r:id="rId3"/>
    <p:sldId id="499" r:id="rId4"/>
    <p:sldId id="510" r:id="rId5"/>
    <p:sldId id="509" r:id="rId6"/>
    <p:sldId id="511" r:id="rId7"/>
    <p:sldId id="512" r:id="rId8"/>
    <p:sldId id="513" r:id="rId9"/>
    <p:sldId id="507" r:id="rId10"/>
    <p:sldId id="500" r:id="rId11"/>
    <p:sldId id="508" r:id="rId12"/>
    <p:sldId id="506" r:id="rId13"/>
    <p:sldId id="514" r:id="rId14"/>
    <p:sldId id="515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4"/>
    <a:srgbClr val="0060AA"/>
    <a:srgbClr val="0066B3"/>
    <a:srgbClr val="E31E2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 varScale="1">
        <p:scale>
          <a:sx n="113" d="100"/>
          <a:sy n="113" d="100"/>
        </p:scale>
        <p:origin x="115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6179-DB02-3928-632C-46806BD8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8A336-1221-B576-CE1B-A44179CE7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69554-38D3-A7A0-A31B-BC86ACDF7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D6AA0-2A39-D3CE-D5E1-9A556C1BB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155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E08A-CCC5-5488-D89F-135951DB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D794D-C281-6660-A2AF-5C63861C9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6FE39-639F-60FF-A724-215D16E64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C176-7674-2F2A-DFAA-4F68329DB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899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EDAC-31DF-EE25-E447-7F5DB7FC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A5465-C7DD-3EBE-B744-856BE50DF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FD158-F1BD-899B-4686-11E314CBE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50406-B050-9713-CC6E-04AF1295D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52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B9D59-6AA1-762F-6735-1FAD0AD8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75538-123F-B73D-A3C9-FA9132C31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4F306-017E-4208-4796-FCF64ED12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83D2A-7B53-6E83-5001-497BE5820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07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05C9-6BC3-88DE-8E93-C471CED4A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13330-54FA-70B7-2716-E035E7676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FA918-4FE8-B893-353C-6BB9576C5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C6508-2C7E-CE61-8DC5-E49DBFAD4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88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0CB9-56DE-31B2-1098-9E71ADED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157ED-9196-070B-03D2-6FE631705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38988-A9A4-28F1-3031-903B0DC0F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AD130-048E-2ECD-E747-13E1DC11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65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CB42-67FF-A56C-05D1-F3CA7756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9108E-4C40-8FA2-5882-5CAF979E3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1E6B8-D38C-99EF-99AB-B9CFD6B0B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60A5D-F436-34AE-AEE7-EA596C7FB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180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4DA7-7DBA-F434-95D4-CC24EC38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868F0-9D43-3BD2-AEAD-C245E5863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4BFD4-5AB7-7DC9-A39E-C1BCC4AAE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54580-4A23-CC3E-6620-386F261CF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886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36218-DB98-6E7A-D804-04D2DC83F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906EC-BABC-A974-8C4A-D992ED43E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AEC16-74E5-E55A-2D49-8311A6E36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2BD9C-285F-0307-7898-0401EA2E6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13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71340"/>
              </p:ext>
            </p:extLst>
          </p:nvPr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2301420052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Ishika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2301420025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Nirdesh</a:t>
                      </a:r>
                      <a:r>
                        <a:rPr lang="en-US" dirty="0"/>
                        <a:t> Jain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2301420047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Kazi</a:t>
                      </a:r>
                      <a:r>
                        <a:rPr lang="en-US" dirty="0"/>
                        <a:t> Shabnam 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2301420014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Sushant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Verma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3076550" y="1297587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WASTE2WORTH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  </a:t>
            </a:r>
            <a:r>
              <a:rPr lang="en-IN" sz="1800" b="1" dirty="0" err="1"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Mr.</a:t>
            </a:r>
            <a:r>
              <a:rPr lang="en-IN" b="1" dirty="0" err="1"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Mohit</a:t>
            </a:r>
            <a:endParaRPr lang="en-IN" sz="1800" b="1" dirty="0"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 </a:t>
            </a:r>
            <a:r>
              <a:rPr lang="en-IN" sz="1800" b="1" dirty="0" err="1"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Dr.</a:t>
            </a:r>
            <a:r>
              <a:rPr lang="en-IN" sz="1800" b="1" dirty="0"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Monika </a:t>
            </a:r>
            <a:r>
              <a:rPr lang="en-IN" sz="1800" b="1" dirty="0" err="1"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Khatkar</a:t>
            </a:r>
            <a:endParaRPr lang="en-IN" sz="1800" b="1" dirty="0"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79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3044A-BD0D-E3F7-B6E0-02BF697009EE}"/>
              </a:ext>
            </a:extLst>
          </p:cNvPr>
          <p:cNvSpPr txBox="1"/>
          <p:nvPr/>
        </p:nvSpPr>
        <p:spPr>
          <a:xfrm>
            <a:off x="164904" y="1197549"/>
            <a:ext cx="8104773" cy="5322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WASTE2WORTH – Turning waste into value!</a:t>
            </a:r>
            <a:endParaRPr lang="en-US" sz="2000" dirty="0"/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rgbClr val="006CB4"/>
                </a:solidFill>
              </a:rPr>
              <a:t>Smart Food Rescue</a:t>
            </a:r>
            <a:r>
              <a:rPr lang="en-US" sz="2000" dirty="0"/>
              <a:t>– </a:t>
            </a:r>
            <a:r>
              <a:rPr lang="en-US" dirty="0"/>
              <a:t>Connects restaurants, charities and farmers to </a:t>
            </a:r>
            <a:r>
              <a:rPr lang="en-US" b="1" dirty="0"/>
              <a:t>save edible food</a:t>
            </a:r>
            <a:r>
              <a:rPr lang="en-US" dirty="0"/>
              <a:t> for people in need and </a:t>
            </a:r>
            <a:r>
              <a:rPr lang="en-US" b="1" dirty="0"/>
              <a:t>convert waste to compost</a:t>
            </a:r>
            <a:r>
              <a:rPr lang="en-US" dirty="0"/>
              <a:t> for sustainable agriculture.</a:t>
            </a:r>
            <a:r>
              <a:rPr lang="en-US" sz="2000" dirty="0"/>
              <a:t>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rgbClr val="0066B3"/>
                </a:solidFill>
              </a:rPr>
              <a:t>REAL IMPACT</a:t>
            </a:r>
            <a:r>
              <a:rPr lang="en-US" sz="2000" dirty="0"/>
              <a:t>– </a:t>
            </a:r>
            <a:r>
              <a:rPr lang="en-US" b="1" dirty="0"/>
              <a:t>Fight hunger, reduce waste, and support organic agriculture</a:t>
            </a:r>
            <a:r>
              <a:rPr lang="en-US" dirty="0"/>
              <a:t> to create a </a:t>
            </a:r>
            <a:r>
              <a:rPr lang="en-US" b="1" dirty="0"/>
              <a:t>greener, more responsible food system</a:t>
            </a:r>
            <a:r>
              <a:rPr lang="en-US" dirty="0"/>
              <a:t>.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rgbClr val="0066B3"/>
                </a:solidFill>
              </a:rPr>
              <a:t>Technology-powered Solution </a:t>
            </a:r>
            <a:r>
              <a:rPr lang="en-US" sz="2000" dirty="0"/>
              <a:t>– </a:t>
            </a:r>
            <a:r>
              <a:rPr lang="en-US" dirty="0"/>
              <a:t>Built using </a:t>
            </a:r>
            <a:r>
              <a:rPr lang="en-US" b="1" dirty="0" err="1"/>
              <a:t>FlutterFlow</a:t>
            </a:r>
            <a:r>
              <a:rPr lang="en-US" b="1" dirty="0"/>
              <a:t>, Firebase, Google Maps API, and Gemini AI</a:t>
            </a:r>
            <a:r>
              <a:rPr lang="en-US" dirty="0"/>
              <a:t> for real-time food supply tracking, intelligent distribution, and seamless communication.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rgbClr val="0066B3"/>
                </a:solidFill>
              </a:rPr>
              <a:t>Easy &amp; Efficient </a:t>
            </a:r>
            <a:r>
              <a:rPr lang="en-US" sz="2000" dirty="0"/>
              <a:t>– </a:t>
            </a:r>
            <a:r>
              <a:rPr lang="en-US" dirty="0"/>
              <a:t>Restaurants </a:t>
            </a:r>
            <a:r>
              <a:rPr lang="en-US" b="1" dirty="0"/>
              <a:t>list surplus food, charities receive &amp; distribute it</a:t>
            </a:r>
            <a:r>
              <a:rPr lang="en-US" dirty="0"/>
              <a:t>, and farmers </a:t>
            </a:r>
            <a:r>
              <a:rPr lang="en-US" b="1" dirty="0"/>
              <a:t>collect food waste</a:t>
            </a:r>
            <a:r>
              <a:rPr lang="en-US" dirty="0"/>
              <a:t>—all in one </a:t>
            </a:r>
            <a:r>
              <a:rPr lang="en-US" b="1" dirty="0"/>
              <a:t>simple, impactful app</a:t>
            </a:r>
            <a:r>
              <a:rPr lang="en-US" dirty="0"/>
              <a:t>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61464" y="269573"/>
            <a:ext cx="5076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CDF2-D735-C035-6627-EBE9E662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F353EDE7-137C-D362-C399-F63A1C87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79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F4236E-168E-DE2B-5C43-3A13D52D44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F7323F-2944-F8D9-2BD6-FD8F8DDE2F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C27210-E2B7-A0BE-D83A-D3DA5397672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6BE241-86C5-90D9-0597-C4926DB1A846}"/>
              </a:ext>
            </a:extLst>
          </p:cNvPr>
          <p:cNvSpPr txBox="1"/>
          <p:nvPr/>
        </p:nvSpPr>
        <p:spPr>
          <a:xfrm>
            <a:off x="162117" y="1197549"/>
            <a:ext cx="318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/>
              <a:t>Selection PAGE: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C7E247-7FB0-5A83-838B-5160383C5BBA}"/>
              </a:ext>
            </a:extLst>
          </p:cNvPr>
          <p:cNvSpPr/>
          <p:nvPr/>
        </p:nvSpPr>
        <p:spPr>
          <a:xfrm>
            <a:off x="61464" y="269573"/>
            <a:ext cx="50760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Implementation</a:t>
            </a:r>
          </a:p>
          <a:p>
            <a:pPr lvl="0">
              <a:buSzPct val="25000"/>
            </a:pP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D0FB34-3DA6-8397-870F-B81F137F4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610" y="1771297"/>
            <a:ext cx="5043307" cy="2975518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E01A1C00-6A49-9983-8924-A54E27B79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17" y="1947792"/>
            <a:ext cx="304173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Informative onboarding screen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guiding users based on their roles: Restaurant, Charity, or Farmer.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UI with iconography and sectioned layouts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enhance clarity and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instructions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provided to help each user type understand the flow and actions required.</a:t>
            </a:r>
          </a:p>
        </p:txBody>
      </p:sp>
    </p:spTree>
    <p:extLst>
      <p:ext uri="{BB962C8B-B14F-4D97-AF65-F5344CB8AC3E}">
        <p14:creationId xmlns:p14="http://schemas.microsoft.com/office/powerpoint/2010/main" val="375262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DD90-932C-8B44-4DC7-FD7FA56B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37EBE648-AF68-053E-C64C-ED875DBF82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79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9133F-5BAF-2444-79F9-C2873F2225F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3564ADC-0448-5411-9EA1-BED855CE56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E37A67-3C6A-3E12-F780-AFF54BCD1FB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949B69-3819-5F8A-D382-F297443407ED}"/>
              </a:ext>
            </a:extLst>
          </p:cNvPr>
          <p:cNvSpPr txBox="1"/>
          <p:nvPr/>
        </p:nvSpPr>
        <p:spPr>
          <a:xfrm>
            <a:off x="162117" y="1197549"/>
            <a:ext cx="318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/>
              <a:t>LOGIN PAGE: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2ECFD-6E99-F3E8-5F6C-932F1E2522C6}"/>
              </a:ext>
            </a:extLst>
          </p:cNvPr>
          <p:cNvSpPr/>
          <p:nvPr/>
        </p:nvSpPr>
        <p:spPr>
          <a:xfrm>
            <a:off x="61464" y="269573"/>
            <a:ext cx="50760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Implementation</a:t>
            </a:r>
          </a:p>
          <a:p>
            <a:pPr lvl="0">
              <a:buSzPct val="25000"/>
            </a:pP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15DD0B5-208E-1C7E-755B-483DAA8DE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 bwMode="auto">
          <a:xfrm>
            <a:off x="3511764" y="1371943"/>
            <a:ext cx="5470119" cy="372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id="{4526AB7F-6022-5CA1-F92B-1A8EBD699C5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162" y="1799266"/>
            <a:ext cx="316556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Flutter login screen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tailored for restaurant users with a clean, user-friendly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 Authentication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secure email/password login and tracks login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control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using controllers and focus nodes for smooth user interaction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216234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4248-2FD3-9450-D545-9EB912B5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7B7E3BBD-D7DA-820F-20BE-38C48E4A81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35190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9177A-FE82-1169-D615-AEE632A39BF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032F47-E9DD-26D3-EA50-090BBD7C40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F32919-CF6D-BDDD-6BE5-3CE391FB9A9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26172-1C5C-B641-0EEF-C58011F20020}"/>
              </a:ext>
            </a:extLst>
          </p:cNvPr>
          <p:cNvSpPr txBox="1"/>
          <p:nvPr/>
        </p:nvSpPr>
        <p:spPr>
          <a:xfrm>
            <a:off x="162116" y="1197549"/>
            <a:ext cx="4533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/>
              <a:t>RESTAURANT DASHBOARD PAGE: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352652-2908-EC1E-6859-8B3BFB5D2607}"/>
              </a:ext>
            </a:extLst>
          </p:cNvPr>
          <p:cNvSpPr/>
          <p:nvPr/>
        </p:nvSpPr>
        <p:spPr>
          <a:xfrm>
            <a:off x="61464" y="269573"/>
            <a:ext cx="50760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Implementation</a:t>
            </a:r>
          </a:p>
          <a:p>
            <a:pPr lvl="0">
              <a:buSzPct val="25000"/>
            </a:pP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EF94B-C45C-6494-DE24-C519E9087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2611" y="1293734"/>
            <a:ext cx="3321447" cy="4502818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9AEF95AC-DEA5-FCE1-57D0-6EAD43E64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53324"/>
            <a:ext cx="453350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displaying key metrics like total meals donated, monthly growth rate, and impact score to encourage continued contribution.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navigation icons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fast access to partner management, collaboration, and scheduling features.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partners section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showcases new contributors, promoting transparency and community engagement.</a:t>
            </a:r>
          </a:p>
        </p:txBody>
      </p:sp>
    </p:spTree>
    <p:extLst>
      <p:ext uri="{BB962C8B-B14F-4D97-AF65-F5344CB8AC3E}">
        <p14:creationId xmlns:p14="http://schemas.microsoft.com/office/powerpoint/2010/main" val="139015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20EB-4955-24A8-60D7-68923D8D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72B3B5CA-9EDB-7B96-5098-4EF83A9621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37" y="-13692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A2C092-62F6-BAB1-5509-D0E9AC4F8C3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54DC57D-35D6-DECD-FD99-F810AF865E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2C6BFB-A851-E1F8-D5E5-9E1AFF347A1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16420A-B198-BBAF-BC0A-E1263851597D}"/>
              </a:ext>
            </a:extLst>
          </p:cNvPr>
          <p:cNvSpPr/>
          <p:nvPr/>
        </p:nvSpPr>
        <p:spPr>
          <a:xfrm>
            <a:off x="61464" y="269573"/>
            <a:ext cx="50760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UI INTERFACE</a:t>
            </a:r>
          </a:p>
          <a:p>
            <a:pPr lvl="0">
              <a:buSzPct val="25000"/>
            </a:pP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84A024-3829-6EBB-D391-78C0D9FBAE79}"/>
              </a:ext>
            </a:extLst>
          </p:cNvPr>
          <p:cNvGrpSpPr/>
          <p:nvPr/>
        </p:nvGrpSpPr>
        <p:grpSpPr>
          <a:xfrm>
            <a:off x="179512" y="2060848"/>
            <a:ext cx="8741124" cy="3029608"/>
            <a:chOff x="72008" y="1471259"/>
            <a:chExt cx="8741124" cy="30296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49995CA-8878-A95A-F81A-B66CA8FBF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01" t="3499" r="20209" b="1352"/>
            <a:stretch/>
          </p:blipFill>
          <p:spPr>
            <a:xfrm>
              <a:off x="7354460" y="1480231"/>
              <a:ext cx="1458672" cy="302063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6C9F439-5CE7-C40D-B86C-D4F617A9C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8" y="1471259"/>
              <a:ext cx="1663353" cy="302960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0D9618F-32F3-D641-26AC-63B2EF6A3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0183" y="1471259"/>
              <a:ext cx="1501697" cy="302960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88387A9-E531-1D3D-08C5-B7989FB8A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1186" y="1471259"/>
              <a:ext cx="1445680" cy="302960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3D9F11A-401D-DA29-C12C-22363A689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9989" y="1480231"/>
              <a:ext cx="1551348" cy="30206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248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9CC9F-4AF1-B770-185E-04494E79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C17F1FCD-86E0-5522-962B-AADA6F01D7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74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D90FC7-B38D-B6E1-2282-C69AA4122F5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33D6EFE-7474-D284-01C0-774FA17A6C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74AC0-526B-6EDC-041C-51B81B6AA82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54CA06-77D9-AD57-E32C-7E3252ED5158}"/>
              </a:ext>
            </a:extLst>
          </p:cNvPr>
          <p:cNvSpPr/>
          <p:nvPr/>
        </p:nvSpPr>
        <p:spPr>
          <a:xfrm>
            <a:off x="61464" y="269573"/>
            <a:ext cx="5076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KEY FEATURES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076A92-2850-577C-BA83-3C72C826B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7711" y="1284727"/>
            <a:ext cx="900221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Onboarding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login/signup for Restaurants, Charities, and Farmers for a personalized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Food Routing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Leftover but edible food is sent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rotten or expired food is directed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manure.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Donation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meals donated, view impact scores, and manage surplus food listings with 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Network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users (especially Charities) go through a verification process to ensure authenticity and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 Communication Hub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In-app messaging/connect feature allows direct contact between Restaurants, Charities, and Farmers.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 Analytics Dashboard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statistics like total meals donated, food saved, environmental impact, and monthly growth.</a:t>
            </a:r>
          </a:p>
        </p:txBody>
      </p:sp>
    </p:spTree>
    <p:extLst>
      <p:ext uri="{BB962C8B-B14F-4D97-AF65-F5344CB8AC3E}">
        <p14:creationId xmlns:p14="http://schemas.microsoft.com/office/powerpoint/2010/main" val="345713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CB9D-96AE-CB6E-9C36-46448345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2461A6-C9CF-A279-E846-5AFA1CEF0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824933-86C5-EFBA-36B9-358001A06AC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E3AE5FC-8649-27D3-900D-5F6329A7F4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099852-B907-412D-6E46-D21E628B3AD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DEF35-11EC-5059-39F1-AC5BCC365022}"/>
              </a:ext>
            </a:extLst>
          </p:cNvPr>
          <p:cNvSpPr txBox="1"/>
          <p:nvPr/>
        </p:nvSpPr>
        <p:spPr>
          <a:xfrm>
            <a:off x="755576" y="1484784"/>
            <a:ext cx="820891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6CB4"/>
                </a:solidFill>
              </a:rPr>
              <a:t>Problems Identified &amp; Issues: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Food waste harms the environment and contributes to climate change.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India faces massive food waste, leading to economic losses and hunger.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Urban food waste strains waste management systems.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Edible food is discarded while farmers lack organic compost.</a:t>
            </a:r>
          </a:p>
          <a:p>
            <a:endParaRPr lang="en-US" b="1" dirty="0">
              <a:solidFill>
                <a:srgbClr val="006CB4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6CB4"/>
                </a:solidFill>
              </a:rPr>
              <a:t>Need for a Solution: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A system is needed to redistribute surplus food and recycle waste.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Edible food should go to charities and orphanages.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Inedible food products should be composted for farmers.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It reduces waste and is beneficial for the environment.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6CB4"/>
                </a:solidFill>
              </a:rPr>
              <a:t>Existing Solutions &amp; Gaps: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Existing food donation and composting programs lack efficiency and coordination.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Manual collection causes logistical issues and waste. –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Our platform brings together restaurants, charities and farmers.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/>
              <a:t>It ensures efficient food redistribution and supports sustainable agriculture.</a:t>
            </a:r>
          </a:p>
          <a:p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3" name="Rectangle 2"/>
          <p:cNvSpPr/>
          <p:nvPr/>
        </p:nvSpPr>
        <p:spPr>
          <a:xfrm>
            <a:off x="194820" y="391258"/>
            <a:ext cx="41517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ABOUT THE PROBLEM</a:t>
            </a:r>
          </a:p>
        </p:txBody>
      </p:sp>
    </p:spTree>
    <p:extLst>
      <p:ext uri="{BB962C8B-B14F-4D97-AF65-F5344CB8AC3E}">
        <p14:creationId xmlns:p14="http://schemas.microsoft.com/office/powerpoint/2010/main" val="363840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6474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D7EC8-BFDC-C4B6-F5D1-9906B7D02893}"/>
              </a:ext>
            </a:extLst>
          </p:cNvPr>
          <p:cNvSpPr txBox="1"/>
          <p:nvPr/>
        </p:nvSpPr>
        <p:spPr>
          <a:xfrm>
            <a:off x="971600" y="1636540"/>
            <a:ext cx="6912768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60AA"/>
                </a:solidFill>
              </a:rPr>
              <a:t>Problem Definition: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Millions of tons of edible food are wasted globally while hunger persists. 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Companies lack an effective system for donating surplus food. 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Beneficiaries have difficulty accessing real-time information on food availability. 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Today’s systems are fragmented, slow and outdated.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60AA"/>
                </a:solidFill>
              </a:rPr>
              <a:t>Why is it important?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Reducing food waste helps fight hunger. 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Efficient redistribution reduces environmental impacts.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Businesses can easily donate surplus food.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Recycling waste materials supports sustainable agriculture.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60AA"/>
                </a:solidFill>
              </a:rPr>
              <a:t>Expected Impact: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More food reaches those in need. 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It reduces food waste and damage to the environment. 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Transparent donation and fundraising process. </a:t>
            </a:r>
          </a:p>
          <a:p>
            <a:pPr marL="342900" indent="-342900" algn="just">
              <a:buAutoNum type="arabicPeriod"/>
            </a:pPr>
            <a:r>
              <a:rPr lang="en-US" sz="1600" dirty="0"/>
              <a:t>Scalable, technology-driven solutions that deliver long-term impact.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D841B-74CA-DD08-DC57-27447969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C2900B-3645-9BD6-81D9-B808969A6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8ECEBC8-6DCD-2500-2951-CF7967A47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126F11-6A87-E75F-D5F6-D578C1CC7C2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06947D3-B53B-9D95-1C04-7E3AA0B64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C40F21-AABC-DFB9-90B1-AD1CF565BB7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FA4586B3-2F48-D117-E326-D521EAC7E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375" y="1278065"/>
            <a:ext cx="2411760" cy="523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70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0BA87-FFCE-0AD9-17CC-A811FB343CCE}"/>
              </a:ext>
            </a:extLst>
          </p:cNvPr>
          <p:cNvSpPr txBox="1"/>
          <p:nvPr/>
        </p:nvSpPr>
        <p:spPr>
          <a:xfrm>
            <a:off x="611560" y="1164226"/>
            <a:ext cx="7200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0060AA"/>
                </a:solidFill>
              </a:rPr>
              <a:t>Results: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 user-centric mobile platform that bridges the gap between surplus food providers and those in need.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 robust, AI-driven matching system powered by LLMs, ensuring surplus food is allocated to the most suitable recipients.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 </a:t>
            </a:r>
            <a:r>
              <a:rPr lang="en-US" sz="1600" dirty="0" err="1"/>
              <a:t>geolocation</a:t>
            </a:r>
            <a:r>
              <a:rPr lang="en-US" sz="1600" dirty="0"/>
              <a:t>-enabled logistics system that improves the efficiency of food redistribution, reducing waste and aiding communities in need.</a:t>
            </a:r>
            <a:endParaRPr lang="en-IN" sz="2400" dirty="0"/>
          </a:p>
          <a:p>
            <a:pPr algn="just"/>
            <a:r>
              <a:rPr lang="en-IN" sz="2400" b="1" dirty="0">
                <a:solidFill>
                  <a:srgbClr val="0060AA"/>
                </a:solidFill>
              </a:rPr>
              <a:t>Impact: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Bringing together restaurants, charities and farmers to get surplus food to people in need while minimizing landfill waste.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Supporting businesses (corporate social responsibility), charities and farmers by providing researchers with data on food waste patterns and sustainability.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Supermarkets, homes, AI predictions and </a:t>
            </a:r>
            <a:r>
              <a:rPr lang="en-US" sz="1600" dirty="0" err="1"/>
              <a:t>blockchain</a:t>
            </a:r>
            <a:r>
              <a:rPr lang="en-US" sz="1600" dirty="0"/>
              <a:t> can be integrated to increase transparency and build a zero waste ecosystem.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4EC2-CEAC-AEB8-8EAB-00B477F0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39D7CE-5A91-E1E0-01DB-D6DDC9E38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EDB4636-D796-A403-E036-BAEDBE92D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CONCLUSION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79A1F4-6AF4-161E-0492-58DEDBCF1A1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9201D3E-D7DF-A80A-A62A-5C45B54FCF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F21B5F-EC97-A972-5CC5-8B56A584D8C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79868-CB89-4905-EC9B-AD7B96C723C3}"/>
              </a:ext>
            </a:extLst>
          </p:cNvPr>
          <p:cNvSpPr txBox="1"/>
          <p:nvPr/>
        </p:nvSpPr>
        <p:spPr>
          <a:xfrm>
            <a:off x="251520" y="1192578"/>
            <a:ext cx="856895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Reduces Food Waste</a:t>
            </a:r>
            <a:r>
              <a:rPr lang="en-US" dirty="0"/>
              <a:t>: "Waste to Worth" efficiently minimizes food waste by redirecting surplus and rotten food to charities and farmers.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Sustainable Solutions</a:t>
            </a:r>
            <a:r>
              <a:rPr lang="en-US" dirty="0"/>
              <a:t>: Supports environmentally friendly practices by repurposing food waste as organic manure, benefiting agriculture.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Community Impact</a:t>
            </a:r>
            <a:r>
              <a:rPr lang="en-US" dirty="0"/>
              <a:t>: Directly helps feed underprivileged individuals, fostering stronger community bonds and social responsibility.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Economic Benefits</a:t>
            </a:r>
            <a:r>
              <a:rPr lang="en-US" dirty="0"/>
              <a:t>: Provides restaurants with a cost-effective waste management solution, while supporting farmers with free organic material.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The app has the potential for expansion to multiple cities, increasing its social, environmental, and economic impact.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Long-Term Vision</a:t>
            </a:r>
            <a:r>
              <a:rPr lang="en-US" dirty="0"/>
              <a:t>: Promotes a circular economy where food waste is viewed as a valuable resource rather than a burden, contributing to sustainable development.</a:t>
            </a:r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2582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7E1A-7FF8-4100-E993-61084613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2B62AB-6611-CAC8-26AD-CA67B966B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EAE06E1-B9AF-6313-A7EE-D64E0421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A74DAF-7D9F-2CEE-8691-10DFFF3B2CA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C839CBD-70ED-CDD7-C540-6859E53C0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32AD52-CE2F-8CAA-ADA1-C71F9356E0E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2637DF-7894-35EF-AD22-45560BFBD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7" y="1048880"/>
            <a:ext cx="892797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"Waste2Worth"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Connects restaurants, charities, and farmers to reduce food waste and promote sustainability.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Donate leftover food to local charities.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Charities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Claim surplus food to feed those in need.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Receive rotten food for use as organic manure.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Waste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Edible Leftovers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Donated to charities for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Rotten Food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Sent to farmers for composting or use as fertilizer.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Farmer-Restaurant Interaction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Farmers contact restaurants through the app to collect organic waste.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landfill waste by reusing food.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sustainable farming practices with free organic manure.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Impact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feed the underprivileged by redistributing surplus food.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collaboration between local sectors: restaurants, farmers, and charities.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Benefits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food waste disposal costs for restaurants.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farmers with free organic material for fertilization.</a:t>
            </a:r>
          </a:p>
        </p:txBody>
      </p:sp>
    </p:spTree>
    <p:extLst>
      <p:ext uri="{BB962C8B-B14F-4D97-AF65-F5344CB8AC3E}">
        <p14:creationId xmlns:p14="http://schemas.microsoft.com/office/powerpoint/2010/main" val="172909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6248</TotalTime>
  <Words>1225</Words>
  <Application>Microsoft Office PowerPoint</Application>
  <PresentationFormat>On-screen Show (4:3)</PresentationFormat>
  <Paragraphs>166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STUDENT</cp:lastModifiedBy>
  <cp:revision>335</cp:revision>
  <cp:lastPrinted>2022-09-05T08:43:44Z</cp:lastPrinted>
  <dcterms:created xsi:type="dcterms:W3CDTF">2020-01-16T09:05:56Z</dcterms:created>
  <dcterms:modified xsi:type="dcterms:W3CDTF">2025-05-01T05:40:55Z</dcterms:modified>
</cp:coreProperties>
</file>